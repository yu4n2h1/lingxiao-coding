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凌霄科技 · 企业产品方案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智能决策平台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以数据驱动决策 · 用AI赋能未来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338328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一站式企业级智能分析与决策解决方案 | 2025年度产品汇报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2700000">
            <a:off x="7315200" y="731520"/>
            <a:ext cx="1645920" cy="1645920"/>
          </a:xfrm>
          <a:prstGeom prst="rect">
            <a:avLst/>
          </a:prstGeom>
          <a:solidFill>
            <a:srgbClr val="0F1B3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7589520" y="1005840"/>
            <a:ext cx="1097280" cy="109728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883664"/>
            <a:ext cx="18288" cy="274320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810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市场洞察与机遇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029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 · 痛点分析 · 市场空间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386584"/>
            <a:ext cx="18288" cy="274320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313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产品全景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532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 · 核心架构 · 能力矩阵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2889504"/>
            <a:ext cx="18288" cy="274320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816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核心功能亮点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 · 预测引擎 · 决策中枢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392424"/>
            <a:ext cx="18288" cy="274320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33192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3538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 · 安全合规 · 性能指标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3895344"/>
            <a:ext cx="18288" cy="274320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3822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4041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客户故事 · 实施效果 · ROI数据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71600" y="4398264"/>
            <a:ext cx="18288" cy="274320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4325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4544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· 生态建设 · 合作共赢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1645920"/>
            <a:ext cx="2286000" cy="2926080"/>
          </a:xfrm>
          <a:prstGeom prst="rect">
            <a:avLst/>
          </a:prstGeom>
          <a:solidFill>
            <a:srgbClr val="EDF2F9"/>
          </a:solidFill>
          <a:ln/>
        </p:spPr>
      </p:sp>
      <p:sp>
        <p:nvSpPr>
          <p:cNvPr id="31" name="Text 29"/>
          <p:cNvSpPr/>
          <p:nvPr/>
        </p:nvSpPr>
        <p:spPr>
          <a:xfrm rot="-900000">
            <a:off x="6583680" y="20116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0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685800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智能决策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市场洞察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市场机遇与挑战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24688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¥1,280亿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2025年市场规模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同比增长 34.5%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737360"/>
            <a:ext cx="24688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企业决策智能化率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头部企业已全面布局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737360"/>
            <a:ext cx="24688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3.2x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智能决策投资回报率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ROI 显著领先传统方案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0F1B3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886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企业数字化转型已从「建设期」进入「价值释放期」，智能决策成为核心竞争力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1879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AI+大数据深度融合，推动从「被动分析」到「主动决策」的范式跃迁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44897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数据安全与合规成为企业选型的第一优先级考量因素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产品全景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智能决策平台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是一站式企业级智能决策平台，融合大数据分析、机器学习预测与业务规则引擎，帮助企业实现从数据洞察到智能决策的全链路闭环。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0F1B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智能报表 · 决策看板 · 预警中心 · 场景模拟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127248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EDF2F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27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分析决策层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1272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 · 预测引擎 · 优化求解 · 规则引擎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785616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EDF2F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856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7856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实时计算 · 离线批处理 · 数据治理 · 数据目录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4443984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EDF2F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4398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44439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多云部署 · 容器化 · 安全隔离 · 高可用架构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2286000" cy="3200400"/>
          </a:xfrm>
          <a:prstGeom prst="roundRect">
            <a:avLst>
              <a:gd name="adj" fmla="val 3200"/>
            </a:avLst>
          </a:prstGeom>
          <a:solidFill>
            <a:srgbClr val="EDF2F9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737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99.99%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0299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23042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25968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查询响应延迟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871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100TB+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31638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单集群数据容量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4381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3730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企业客户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4.9/5.0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核心功能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四大核心能力，驱动决策升级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DF2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901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智能数据洞察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基于NLP的自然语言查询，业务人员可直接用业务语言提问，系统自动完成数据检索、分析与可视化呈现。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DF2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73736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920240"/>
            <a:ext cx="457200" cy="45720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01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AI预测引擎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内置20+预测算法，支持时序预测、分类回归、异常检测，自动模型选择与超参优化，精度提升35%+。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DF2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9184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决策优化求解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886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基于运筹优化与强化学习，支持供应链优化、资源调度、定价策略等复杂决策场景，实时输出最优方案。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DF2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29184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3474720"/>
            <a:ext cx="457200" cy="45720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智能预警中枢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886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多维度实时监控，智能阈值自适应学习，异常检测准确率98.5%，支持多渠道即时触达与自动响应。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技术优势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技术架构与安全合规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09112B"/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240280"/>
            <a:ext cx="146304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基于Kubernetes容器化部署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7614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服务网格治理，弹性伸缩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灰度发布，零停机升级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529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多活数据中心架构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73736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09112B"/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安全合规体系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2240280"/>
            <a:ext cx="146304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国密算法全链路加密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7614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通过等保三级认证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数据分类分级管理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529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细粒度权限审计追溯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173736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09112B"/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性能与可靠性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2240280"/>
            <a:ext cx="146304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毫秒级查询响应(TB级)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0" y="27614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99.99% SLA保障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全链路故障自愈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3529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每日自动备份+异地容灾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57200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 ISO 27001 认证 · 等保三级 · 信创适配认证 · 数据安全能力成熟度三级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实践案例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客户成功故事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EDF2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4864" cy="32918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某大型制造企业供应链智能决策项目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该企业年营收超200亿，面临供应链预测不准、库存周转慢、决策响应滞后等核心痛点。通过部署NOVA智能决策平台，实现供应链全链路智能化升级。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364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库存周转率提升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3364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预测准确率提升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决策响应效率提升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¥1.2亿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年化收益增长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0F1B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9202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"部署NOVA后，我们的供应链决策从经验驱动真正转变为数据驱动，这是数字化转型中最具价值的投资。"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73152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CIO, 某制造集团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39319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EDF2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客户覆盖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4297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35%  ·  制造 28%  ·  零售 20%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4572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 12%  ·  其他 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发展规划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11680"/>
            <a:ext cx="7680960" cy="36576"/>
          </a:xfrm>
          <a:prstGeom prst="rect">
            <a:avLst/>
          </a:prstGeom>
          <a:solidFill>
            <a:srgbClr val="D0D5E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865376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 发布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多模态数据分析引擎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自然语言交互升级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100+预置分析模板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1865376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生态构建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开放API 3.0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ISV应用市场上线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行业解决方案包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94960" y="1865376"/>
            <a:ext cx="320040" cy="320040"/>
          </a:xfrm>
          <a:prstGeom prst="ellipse">
            <a:avLst/>
          </a:prstGeom>
          <a:solidFill>
            <a:srgbClr val="D0D5E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Q3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大模型深度融合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智能决策推荐系统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自动化报告生成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1865376"/>
            <a:ext cx="320040" cy="320040"/>
          </a:xfrm>
          <a:prstGeom prst="ellipse">
            <a:avLst/>
          </a:prstGeom>
          <a:solidFill>
            <a:srgbClr val="D0D5E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Q4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多语言多时区支持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海外数据中心部署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GDPR合规认证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42062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携手共建智能决策新生态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诚邀合作伙伴 · 共创行业价值 · 共赢智能未来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F1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用数据驱动决策 · 以智能赋能未来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9319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www.lingxiaotech.com  ·  contact@lingxiaotech.com  ·  400-888-9999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上海市浦东新区张江高科技园区 · 凌霄科技大厦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2026-06-27T13:21:19Z</dcterms:created>
  <dcterms:modified xsi:type="dcterms:W3CDTF">2026-06-27T13:21:19Z</dcterms:modified>
</cp:coreProperties>
</file>